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16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32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097280"/>
            <a:ext cx="3840480" cy="3840480"/>
          </a:xfrm>
          <a:prstGeom prst="ellipse">
            <a:avLst/>
          </a:prstGeom>
          <a:solidFill>
            <a:srgbClr val="2A2F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10698480" y="1828800"/>
            <a:ext cx="1828800" cy="18288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10835640" y="1920240"/>
            <a:ext cx="914400" cy="9144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1018520" y="21031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73331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uk-UA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-додатків з використанням </a:t>
            </a:r>
            <a:r>
              <a:rPr lang="en-US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ідеї до інтерактивного веб-застосунку — без HTML чи JavaScript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Фреймворки Python для web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шляхи від ідеї до робочого застосунку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485900" y="2240280"/>
            <a:ext cx="914400" cy="91440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4460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включено»: ORM, адмінка, аутентифікація. Для великих проєктів.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320540" y="2240280"/>
            <a:ext cx="914400" cy="91440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4460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5760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Мінімалістичний. Повний контроль, але багато налаштувань вручну.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7155180" y="2240280"/>
            <a:ext cx="914400" cy="91440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4460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9224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 асинхронні API з автоматичною документацією.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4400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9989820" y="2240280"/>
            <a:ext cx="914400" cy="914400"/>
          </a:xfrm>
          <a:prstGeom prst="ellipse">
            <a:avLst/>
          </a:prstGeom>
          <a:solidFill>
            <a:srgbClr val="3339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195560" y="24460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32688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Python-код → готовий інтерактивний UI за хвилини.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44000" y="5120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kern="0" spc="1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ЗНАЙОМИМОСЬ</a:t>
            </a:r>
            <a:r>
              <a:rPr lang="en-US" sz="1000" b="1" kern="0" spc="1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СЬОГОДНІ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саме Streamlit?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0100" y="1531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7270" y="174879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18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20240" y="1984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Робочий додаток за 10 рядків коду, без HTML/CSS/JS.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0100" y="2674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7270" y="2891790"/>
            <a:ext cx="434340" cy="4343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761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Чистий Python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920240" y="3127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Пишете звичні функції та змінні — Streamlit сам малює інтерфейс.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0100" y="3817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7270" y="40347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3904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віджети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920240" y="4270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Слайдери, кнопки, графіки, завантаження файлів — "з коробки".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0100" y="4960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17270" y="517779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92024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Легкий деплой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920240" y="5413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клік до Streamlit Community Cloud — і застосунок у мережі.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0" y="164592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4"/>
          <p:cNvSpPr/>
          <p:nvPr/>
        </p:nvSpPr>
        <p:spPr>
          <a:xfrm>
            <a:off x="5650992" y="181051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5852160" y="18105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6"/>
          <p:cNvSpPr/>
          <p:nvPr/>
        </p:nvSpPr>
        <p:spPr>
          <a:xfrm>
            <a:off x="6053328" y="181051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7"/>
          <p:cNvSpPr/>
          <p:nvPr/>
        </p:nvSpPr>
        <p:spPr>
          <a:xfrm>
            <a:off x="5715000" y="20574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st.title('Привіт, світ!')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st.text_input('Ім'я')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st.write(f'Радий бачити, {name}')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977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...і ось вже працює веб-додаток із заголовком та полем вводу.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0" y="457200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FDED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0"/>
          <p:cNvSpPr/>
          <p:nvPr/>
        </p:nvSpPr>
        <p:spPr>
          <a:xfrm>
            <a:off x="5806440" y="4956048"/>
            <a:ext cx="640080" cy="6400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0458" y="5100066"/>
            <a:ext cx="352044" cy="3520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потрібно </a:t>
            </a:r>
            <a:r>
              <a:rPr lang="uk-UA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писати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чи JavaScript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лише базовий Python.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Крок 1: готуємо середовище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команди — і Streamlit готовий до роботи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87068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19156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68680" y="19156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882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проєкт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2539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Створюємо нову папку для додатку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17620" y="2189988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484" y="2244852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1687068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4389120" y="19156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4389120" y="19156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74920" y="18882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Віртуальне середовище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74920" y="22539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Ізолюємо залежності цього проєкту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38060" y="2189988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244852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80960" y="1687068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7909560" y="19156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/>
          <p:nvPr/>
        </p:nvSpPr>
        <p:spPr>
          <a:xfrm>
            <a:off x="7909560" y="19156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595360" y="18882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Встановити Streamlit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595360" y="22539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streamlit — і все готово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40080" y="3401568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0"/>
          <p:cNvSpPr/>
          <p:nvPr/>
        </p:nvSpPr>
        <p:spPr>
          <a:xfrm>
            <a:off x="804672" y="35661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1"/>
          <p:cNvSpPr/>
          <p:nvPr/>
        </p:nvSpPr>
        <p:spPr>
          <a:xfrm>
            <a:off x="1005840" y="35661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2"/>
          <p:cNvSpPr/>
          <p:nvPr/>
        </p:nvSpPr>
        <p:spPr>
          <a:xfrm>
            <a:off x="1207008" y="35661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3"/>
          <p:cNvSpPr/>
          <p:nvPr/>
        </p:nvSpPr>
        <p:spPr>
          <a:xfrm>
            <a:off x="868680" y="3813048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Створюємо та активуємо venv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Встановлюємо Streamlit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Перевіряємо встановлення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hello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Анатомія Streamlit-додатку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рядок коду — це окремий елемент на сторінці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005840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07008" y="18562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st.title('Мій перший додаток')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st.header('Дані про студентів')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st.write('Це звичайний текст.')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st.metric('Середній бал', 87)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st.button('Натисни мене')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0" y="1645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Великий заголовок сторінки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2128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st.header()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Підзаголовок розділу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7797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Універсальний вивід тексту, чисел, таблиць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346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st.metric()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Велике число-показник з підписом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913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st.button()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Інтерактивна кнопка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960120" y="5303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5447538"/>
            <a:ext cx="352044" cy="3520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20240" y="521208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Streamlit: </a:t>
            </a:r>
            <a:r>
              <a:rPr lang="en-US" sz="14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виконується зверху вниз заново при кожній взаємодії користувача.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пишемо </a:t>
            </a:r>
            <a:r>
              <a:rPr lang="uk-UA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простий</a:t>
            </a: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додаток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app.py — простий калькулятор знижки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005840" y="16276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07008" y="16276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943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st.title('Калькулятор знижки')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st.number_input('Ціна, грн', min_value=0.0)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 = st.slider('Знижка, %', 0, 100, 10)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final_price = price * (1 - discount / 100)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st.write(f'Фінальна ціна: {final_price:.2f} грн')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55448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315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14904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number_input()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для введення ціни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256032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3152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4963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slider()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 для відсотка знижки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356616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315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35021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Python-логіка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звичайна формула розрахунку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457200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731520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5079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результат на сторінку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56235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DED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498080" y="5623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зміна слайдера миттєво перераховує і оновлює результат!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Streamlit обробляє взаємодію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Реактивна модель: будь-яка дія користувача = повторний запуск скрипту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485900" y="2308860"/>
            <a:ext cx="777240" cy="77724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10" y="25031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користувача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рух слайдера, клік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86100" y="2926080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298094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8"/>
          <p:cNvSpPr/>
          <p:nvPr/>
        </p:nvSpPr>
        <p:spPr>
          <a:xfrm>
            <a:off x="4274820" y="2308860"/>
            <a:ext cx="777240" cy="77724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130" y="250317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запускається знову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6616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увесь файл .py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75020" y="2926080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98094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3"/>
          <p:cNvSpPr/>
          <p:nvPr/>
        </p:nvSpPr>
        <p:spPr>
          <a:xfrm>
            <a:off x="7063740" y="2308860"/>
            <a:ext cx="777240" cy="77724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2503170"/>
            <a:ext cx="388620" cy="3886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5508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Віджети читають нові значення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35508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slider, button...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663940" y="2926080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804" y="298094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0684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18"/>
          <p:cNvSpPr/>
          <p:nvPr/>
        </p:nvSpPr>
        <p:spPr>
          <a:xfrm>
            <a:off x="9852660" y="2308860"/>
            <a:ext cx="777240" cy="777240"/>
          </a:xfrm>
          <a:prstGeom prst="ellipse">
            <a:avLst/>
          </a:prstGeom>
          <a:solidFill>
            <a:srgbClr val="3339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046970" y="2503170"/>
            <a:ext cx="388620" cy="3886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4400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оновлюється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914400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миттєво, без перезавантаження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2"/>
          <p:cNvSpPr/>
          <p:nvPr/>
        </p:nvSpPr>
        <p:spPr>
          <a:xfrm>
            <a:off x="9144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Корисні інструменти layout: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91440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st.columns() — колонки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621792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st.sidebar — бічна панель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91440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st.tabs() — вкладки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21792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st.container() — групування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Запускаємо та публікуємо додаток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804672" y="17190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005840" y="17190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207008" y="17190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can now view your Streamlit app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your browser.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 URL: http://localhost:8501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запуск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streamlit run відкриває застосунок у браузері на localhost — це зручно для розробки та тестування.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8595360" y="1828800"/>
            <a:ext cx="1005840" cy="1005840"/>
          </a:xfrm>
          <a:prstGeom prst="ellipse">
            <a:avLst/>
          </a:prstGeom>
          <a:solidFill>
            <a:srgbClr val="3339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674" y="2055114"/>
            <a:ext cx="553212" cy="5532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2971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Community Cloud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9951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91400" y="35433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Завантажуємо код у GitHub-репозиторій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9516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91400" y="40462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Підключаємо репозиторій на share.streamlit.io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9516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06640" y="45611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Отримуємо публічне посилання за хвилини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707</Words>
  <Application>Microsoft Macintosh PowerPoint</Application>
  <PresentationFormat>Widescreen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вступ до web і перший Streamlit-додаток</dc:title>
  <dc:subject>PptxGenJS Presentation</dc:subject>
  <dc:creator>Gameloft AI Course</dc:creator>
  <cp:lastModifiedBy>Штефан Дмитро</cp:lastModifiedBy>
  <cp:revision>3</cp:revision>
  <dcterms:created xsi:type="dcterms:W3CDTF">2026-06-26T20:38:20Z</dcterms:created>
  <dcterms:modified xsi:type="dcterms:W3CDTF">2026-07-08T20:29:52Z</dcterms:modified>
</cp:coreProperties>
</file>